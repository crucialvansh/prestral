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Q3 Revenue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Infographic: revenue mix by segment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